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782eada2df422e" /><Relationship Type="http://schemas.openxmlformats.org/officeDocument/2006/relationships/extended-properties" Target="/docProps/app.xml" Id="R8d94a6800a634352" /><Relationship Type="http://schemas.openxmlformats.org/officeDocument/2006/relationships/officeDocument" Target="/ppt/presentation.xml" Id="R4baf427cfcde43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5a7229584243b4"/>
  </p:sldMasterIdLst>
  <p:notesMasterIdLst>
    <p:notesMasterId xmlns:r="http://schemas.openxmlformats.org/officeDocument/2006/relationships" r:id="Re89720feb1a24570"/>
  </p:notesMasterIdLst>
  <p:sldIdLst>
    <p:sldId xmlns:r="http://schemas.openxmlformats.org/officeDocument/2006/relationships" id="256" r:id="Raaef0140eeb84be7"/>
    <p:sldId xmlns:r="http://schemas.openxmlformats.org/officeDocument/2006/relationships" id="257" r:id="R532773edc2854300"/>
    <p:sldId xmlns:r="http://schemas.openxmlformats.org/officeDocument/2006/relationships" id="258" r:id="R26ad502caad24def"/>
    <p:sldId xmlns:r="http://schemas.openxmlformats.org/officeDocument/2006/relationships" id="259" r:id="Rcca5300d4a454da1"/>
    <p:sldId xmlns:r="http://schemas.openxmlformats.org/officeDocument/2006/relationships" id="260" r:id="Rb5fc2e69055c4a70"/>
    <p:sldId xmlns:r="http://schemas.openxmlformats.org/officeDocument/2006/relationships" id="261" r:id="R60086afc76ad442a"/>
    <p:sldId xmlns:r="http://schemas.openxmlformats.org/officeDocument/2006/relationships" id="262" r:id="R0153fd67c5da4b02"/>
    <p:sldId xmlns:r="http://schemas.openxmlformats.org/officeDocument/2006/relationships" id="263" r:id="R1e87349d51b747f8"/>
    <p:sldId xmlns:r="http://schemas.openxmlformats.org/officeDocument/2006/relationships" id="264" r:id="R77f459a738d44156"/>
    <p:sldId xmlns:r="http://schemas.openxmlformats.org/officeDocument/2006/relationships" id="265" r:id="R2db50e0362c2474d"/>
    <p:sldId xmlns:r="http://schemas.openxmlformats.org/officeDocument/2006/relationships" id="266" r:id="Ra8f2204ca1494991"/>
    <p:sldId xmlns:r="http://schemas.openxmlformats.org/officeDocument/2006/relationships" id="267" r:id="R6bdc777d26994e1d"/>
    <p:sldId xmlns:r="http://schemas.openxmlformats.org/officeDocument/2006/relationships" id="268" r:id="R69e0fb248f0d4a61"/>
    <p:sldId xmlns:r="http://schemas.openxmlformats.org/officeDocument/2006/relationships" id="269" r:id="Rc9d74924402545e4"/>
    <p:sldId xmlns:r="http://schemas.openxmlformats.org/officeDocument/2006/relationships" id="270" r:id="R4aa9c7feff7549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59d6c2ba054c74" /><Relationship Type="http://schemas.openxmlformats.org/officeDocument/2006/relationships/slideMaster" Target="/ppt/slideMasters/slideMaster1.xml" Id="R355a7229584243b4" /><Relationship Type="http://schemas.openxmlformats.org/officeDocument/2006/relationships/notesMaster" Target="/ppt/notesMasters/notesMaster1.xml" Id="Re89720feb1a24570" /><Relationship Type="http://schemas.openxmlformats.org/officeDocument/2006/relationships/presProps" Target="/ppt/presProps.xml" Id="Red5d9ca6665549b4" /><Relationship Type="http://schemas.openxmlformats.org/officeDocument/2006/relationships/tableStyles" Target="/ppt/tableStyles.xml" Id="Rc986fd49af2e4cdc" /><Relationship Type="http://schemas.openxmlformats.org/officeDocument/2006/relationships/slide" Target="/ppt/slides/slide1.xml" Id="Raaef0140eeb84be7" /><Relationship Type="http://schemas.openxmlformats.org/officeDocument/2006/relationships/slide" Target="/ppt/slides/slide2.xml" Id="R532773edc2854300" /><Relationship Type="http://schemas.openxmlformats.org/officeDocument/2006/relationships/slide" Target="/ppt/slides/slide3.xml" Id="R26ad502caad24def" /><Relationship Type="http://schemas.openxmlformats.org/officeDocument/2006/relationships/slide" Target="/ppt/slides/slide4.xml" Id="Rcca5300d4a454da1" /><Relationship Type="http://schemas.openxmlformats.org/officeDocument/2006/relationships/slide" Target="/ppt/slides/slide5.xml" Id="Rb5fc2e69055c4a70" /><Relationship Type="http://schemas.openxmlformats.org/officeDocument/2006/relationships/slide" Target="/ppt/slides/slide6.xml" Id="R60086afc76ad442a" /><Relationship Type="http://schemas.openxmlformats.org/officeDocument/2006/relationships/slide" Target="/ppt/slides/slide7.xml" Id="R0153fd67c5da4b02" /><Relationship Type="http://schemas.openxmlformats.org/officeDocument/2006/relationships/slide" Target="/ppt/slides/slide8.xml" Id="R1e87349d51b747f8" /><Relationship Type="http://schemas.openxmlformats.org/officeDocument/2006/relationships/slide" Target="/ppt/slides/slide9.xml" Id="R77f459a738d44156" /><Relationship Type="http://schemas.openxmlformats.org/officeDocument/2006/relationships/slide" Target="/ppt/slides/slide10.xml" Id="R2db50e0362c2474d" /><Relationship Type="http://schemas.openxmlformats.org/officeDocument/2006/relationships/slide" Target="/ppt/slides/slide11.xml" Id="Ra8f2204ca1494991" /><Relationship Type="http://schemas.openxmlformats.org/officeDocument/2006/relationships/slide" Target="/ppt/slides/slide12.xml" Id="R6bdc777d26994e1d" /><Relationship Type="http://schemas.openxmlformats.org/officeDocument/2006/relationships/slide" Target="/ppt/slides/slide13.xml" Id="R69e0fb248f0d4a61" /><Relationship Type="http://schemas.openxmlformats.org/officeDocument/2006/relationships/slide" Target="/ppt/slides/slide14.xml" Id="Rc9d74924402545e4" /><Relationship Type="http://schemas.openxmlformats.org/officeDocument/2006/relationships/slide" Target="/ppt/slides/slide15.xml" Id="R4aa9c7feff7549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0c1f3a750240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0d3529ed36455f" /><Relationship Type="http://schemas.openxmlformats.org/officeDocument/2006/relationships/notesMaster" Target="/ppt/notesMasters/notesMaster1.xml" Id="R6ddb5a90296446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6411d1439b4ac0" /><Relationship Type="http://schemas.openxmlformats.org/officeDocument/2006/relationships/notesMaster" Target="/ppt/notesMasters/notesMaster1.xml" Id="Radabf2371e384f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5ee957c35c4968" /><Relationship Type="http://schemas.openxmlformats.org/officeDocument/2006/relationships/notesMaster" Target="/ppt/notesMasters/notesMaster1.xml" Id="R816d027dc5f54f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eecdbf8b3248c7" /><Relationship Type="http://schemas.openxmlformats.org/officeDocument/2006/relationships/notesMaster" Target="/ppt/notesMasters/notesMaster1.xml" Id="Rc1f126d7d76d4b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c477bab150443c" /><Relationship Type="http://schemas.openxmlformats.org/officeDocument/2006/relationships/notesMaster" Target="/ppt/notesMasters/notesMaster1.xml" Id="R49242708dfd14b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178f382b014d4d" /><Relationship Type="http://schemas.openxmlformats.org/officeDocument/2006/relationships/notesMaster" Target="/ppt/notesMasters/notesMaster1.xml" Id="R18bc4e6f673b44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a35999dc254fbc" /><Relationship Type="http://schemas.openxmlformats.org/officeDocument/2006/relationships/notesMaster" Target="/ppt/notesMasters/notesMaster1.xml" Id="R42b926fc03f04f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d7f9fad3944505" /><Relationship Type="http://schemas.openxmlformats.org/officeDocument/2006/relationships/notesMaster" Target="/ppt/notesMasters/notesMaster1.xml" Id="R8580348604674d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714e0bb1e74ee6" /><Relationship Type="http://schemas.openxmlformats.org/officeDocument/2006/relationships/notesMaster" Target="/ppt/notesMasters/notesMaster1.xml" Id="R8cb41ab505c041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3fb31aaaa24bbb" /><Relationship Type="http://schemas.openxmlformats.org/officeDocument/2006/relationships/notesMaster" Target="/ppt/notesMasters/notesMaster1.xml" Id="R48b352d2d38647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53a2dc683847b8" /><Relationship Type="http://schemas.openxmlformats.org/officeDocument/2006/relationships/notesMaster" Target="/ppt/notesMasters/notesMaster1.xml" Id="Rae9bc2c2c4a44c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c40838577e4695" /><Relationship Type="http://schemas.openxmlformats.org/officeDocument/2006/relationships/notesMaster" Target="/ppt/notesMasters/notesMaster1.xml" Id="Re5e9b34f2cd643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2c1e1ea05745fa" /><Relationship Type="http://schemas.openxmlformats.org/officeDocument/2006/relationships/notesMaster" Target="/ppt/notesMasters/notesMaster1.xml" Id="R841629ebca0d46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cfe4bdb2dc4c18" /><Relationship Type="http://schemas.openxmlformats.org/officeDocument/2006/relationships/notesMaster" Target="/ppt/notesMasters/notesMaster1.xml" Id="R21341daea1684f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2f0e97fd664e77" /><Relationship Type="http://schemas.openxmlformats.org/officeDocument/2006/relationships/notesMaster" Target="/ppt/notesMasters/notesMaster1.xml" Id="R86575f58f39741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report/01-摘要.md</a:t>
            </a:r>
          </a:p>
          <a:p xmlns:a="http://schemas.openxmlformats.org/drawingml/2006/main">
            <a:r>
              <a:t>- report/build/OpenTenBase-pgvector-query-perf-report.pdf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report/02-背景与任务对齐.md</a:t>
            </a:r>
          </a:p>
          <a:p xmlns:a="http://schemas.openxmlformats.org/drawingml/2006/main">
            <a:r>
              <a:t>- report/07-结果与图表.md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docs/03-技术文档/技术选型说明.md</a:t>
            </a:r>
          </a:p>
          <a:p xmlns:a="http://schemas.openxmlformats.org/drawingml/2006/main">
            <a:r>
              <a:t>- report/05-实现与架构.md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report/04-方法学.md</a:t>
            </a:r>
          </a:p>
          <a:p xmlns:a="http://schemas.openxmlformats.org/drawingml/2006/main">
            <a:r>
              <a:t>- report/06-实验设计.md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docs/02-设计文档/总体架构设计.md</a:t>
            </a:r>
          </a:p>
          <a:p xmlns:a="http://schemas.openxmlformats.org/drawingml/2006/main">
            <a:r>
              <a:t>- docs/03-技术文档/技术选型说明.md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report/figures/output/02_simd_pairs.png</a:t>
            </a:r>
          </a:p>
          <a:p xmlns:a="http://schemas.openxmlformats.org/drawingml/2006/main">
            <a:r>
              <a:t>- report/figures/data/simd_matrix.csv</a:t>
            </a:r>
          </a:p>
          <a:p xmlns:a="http://schemas.openxmlformats.org/drawingml/2006/main">
            <a:r>
              <a:t>- report/01-摘要.md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report/figures/output/01_rescan_memory.png</a:t>
            </a:r>
          </a:p>
          <a:p xmlns:a="http://schemas.openxmlformats.org/drawingml/2006/main">
            <a:r>
              <a:t>- report/07-结果与图表.md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report/figures/output/03_perf_hotspots.png</a:t>
            </a:r>
          </a:p>
          <a:p xmlns:a="http://schemas.openxmlformats.org/drawingml/2006/main">
            <a:r>
              <a:t>- docs/03-技术文档/技术选型说明.md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report/figures/output/04_temp_blocks.png</a:t>
            </a:r>
          </a:p>
          <a:p xmlns:a="http://schemas.openxmlformats.org/drawingml/2006/main">
            <a:r>
              <a:t>- report/06-实验设计.md</a:t>
            </a:r>
          </a:p>
          <a:p xmlns:a="http://schemas.openxmlformats.org/drawingml/2006/main">
            <a:r>
              <a:t>- report/08-局限与风险.md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report/07-结果与图表.md</a:t>
            </a:r>
          </a:p>
          <a:p xmlns:a="http://schemas.openxmlformats.org/drawingml/2006/main">
            <a:r>
              <a:t>- artifacts/experiment/ivfflat-query-path-v1/claim_validation.md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report/README.md</a:t>
            </a:r>
          </a:p>
          <a:p xmlns:a="http://schemas.openxmlformats.org/drawingml/2006/main">
            <a:r>
              <a:t>- artifacts/experiment/ivfflat-query-path-v1/run_manifest.json</a:t>
            </a:r>
          </a:p>
          <a:p xmlns:a="http://schemas.openxmlformats.org/drawingml/2006/main">
            <a:r>
              <a:t>- artifacts/experiment/ivfflat-query-path-v1/claim_validation.md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report/08-局限与风险.md</a:t>
            </a:r>
          </a:p>
          <a:p xmlns:a="http://schemas.openxmlformats.org/drawingml/2006/main">
            <a:r>
              <a:t>- docs/01-需求文档/需求规格说明书.md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report/09-贡献与后续计划.md</a:t>
            </a:r>
          </a:p>
          <a:p xmlns:a="http://schemas.openxmlformats.org/drawingml/2006/main">
            <a:r>
              <a:t>- docs/03-技术文档/技术选型说明.md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report/10-附录与复现命令.md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report/01-摘要.md</a:t>
            </a:r>
          </a:p>
          <a:p xmlns:a="http://schemas.openxmlformats.org/drawingml/2006/main">
            <a:r>
              <a:t>- report/09-贡献与后续计划.md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63bbaefabb41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849dc8de264323" /><Relationship Type="http://schemas.openxmlformats.org/officeDocument/2006/relationships/slideLayout" Target="/ppt/slideLayouts/slideLayout1.xml" Id="R2867c651800f4e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67c651800f4e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7f314f5ed4a17" /><Relationship Type="http://schemas.openxmlformats.org/officeDocument/2006/relationships/notesSlide" Target="/ppt/notesSlides/notesSlide1.xml" Id="R1dc6b3cc117b4a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7cd0a742345a7" /><Relationship Type="http://schemas.openxmlformats.org/officeDocument/2006/relationships/notesSlide" Target="/ppt/notesSlides/notesSlide2.xml" Id="Ra822889c113343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c41696ec04190" /><Relationship Type="http://schemas.openxmlformats.org/officeDocument/2006/relationships/notesSlide" Target="/ppt/notesSlides/notesSlide3.xml" Id="R76cca781049b46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86ad5711b4d46" /><Relationship Type="http://schemas.openxmlformats.org/officeDocument/2006/relationships/notesSlide" Target="/ppt/notesSlides/notesSlide4.xml" Id="R4572afc61aa747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e1727f7da4911" /><Relationship Type="http://schemas.openxmlformats.org/officeDocument/2006/relationships/notesSlide" Target="/ppt/notesSlides/notesSlide5.xml" Id="R70a0ec7030694b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aa12da31447b8" /><Relationship Type="http://schemas.openxmlformats.org/officeDocument/2006/relationships/image" Target="/ppt/media/image.png" Id="Ra8e1463898c7411c" /><Relationship Type="http://schemas.openxmlformats.org/officeDocument/2006/relationships/notesSlide" Target="/ppt/notesSlides/notesSlide6.xml" Id="R56e14016512e49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ce8307db94654" /><Relationship Type="http://schemas.openxmlformats.org/officeDocument/2006/relationships/image" Target="/ppt/media/image2.png" Id="R2d442128e19d498e" /><Relationship Type="http://schemas.openxmlformats.org/officeDocument/2006/relationships/notesSlide" Target="/ppt/notesSlides/notesSlide7.xml" Id="Rd6a532518d004c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318f9009e4982" /><Relationship Type="http://schemas.openxmlformats.org/officeDocument/2006/relationships/image" Target="/ppt/media/image3.png" Id="R262efbb1233245ce" /><Relationship Type="http://schemas.openxmlformats.org/officeDocument/2006/relationships/notesSlide" Target="/ppt/notesSlides/notesSlide8.xml" Id="R43ab5a54876948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991bc8092432a" /><Relationship Type="http://schemas.openxmlformats.org/officeDocument/2006/relationships/image" Target="/ppt/media/image4.png" Id="Rd78a74129c0a4b60" /><Relationship Type="http://schemas.openxmlformats.org/officeDocument/2006/relationships/notesSlide" Target="/ppt/notesSlides/notesSlide9.xml" Id="Re4610f02368e4f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0c439a393401f" /><Relationship Type="http://schemas.openxmlformats.org/officeDocument/2006/relationships/notesSlide" Target="/ppt/notesSlides/notesSlide10.xml" Id="Rd2479bde7d7942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db26679be4287" /><Relationship Type="http://schemas.openxmlformats.org/officeDocument/2006/relationships/notesSlide" Target="/ppt/notesSlides/notesSlide11.xml" Id="R1dc56a3cc0fc4d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7380fb439407f" /><Relationship Type="http://schemas.openxmlformats.org/officeDocument/2006/relationships/notesSlide" Target="/ppt/notesSlides/notesSlide12.xml" Id="R96548fe9bc8745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43d06f7404c02" /><Relationship Type="http://schemas.openxmlformats.org/officeDocument/2006/relationships/notesSlide" Target="/ppt/notesSlides/notesSlide13.xml" Id="R91dd882f411e47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718a9accd422c" /><Relationship Type="http://schemas.openxmlformats.org/officeDocument/2006/relationships/notesSlide" Target="/ppt/notesSlides/notesSlide14.xml" Id="Rb9137bf88f1049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1ca074e804c69" /><Relationship Type="http://schemas.openxmlformats.org/officeDocument/2006/relationships/notesSlide" Target="/ppt/notesSlides/notesSlide15.xml" Id="Radb7d2f705c543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C910D-2327-4072-8CBE-020E9111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6822F-3672-4C74-BA52-28FD5CBE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3C5FD"/>
                </a:solidFill>
                <a:latin typeface="Arial"/>
                <a:ea typeface="Arial"/>
                <a:cs typeface="Arial"/>
              </a:rPr>
              <a:t>OPEN TENBASE / PGVECTOR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C8C40-6986-4210-87B8-C7343C3C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00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IVFFlat 查询路径优化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9C537-B1A4-4EC0-9A07-71CA8250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从生命周期修复到平台构建链恢复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2D7F0-5CB3-41BD-9519-89AD6F5E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A04AA-6AB7-4323-89AC-9D3E5C24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FDBF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FDBFE"/>
                </a:solidFill>
                <a:latin typeface="Arial"/>
                <a:ea typeface="Arial"/>
                <a:cs typeface="Arial"/>
              </a:rPr>
              <a:t>构建标志一行之差，-18.30%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D5BDA-956C-4C11-AF30-76081B90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实战开发成果汇报 · 2026</a:t>
            </a:r>
          </a:p>
        </p:txBody>
      </p:sp>
    </p:spTree>
    <p:extLst>
      <p:ext uri="{BB962C8B-B14F-4D97-AF65-F5344CB8AC3E}">
        <p14:creationId xmlns:p14="http://schemas.microsoft.com/office/powerpoint/2010/main" val="1566645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0C903-848E-4EBE-AD75-0D3387A9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 / 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F1867-EF28-4D1F-98CB-4B1DAB8F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问题不在算法，而在路径状态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0441A-BE3C-4F08-897A-F5EDAC5B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同一索引、同一查询，OpenTenBase 的路径管理让性能和稳定性分叉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43DF0-2CE7-496E-81D5-62B9DE4D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F4672-2E69-4598-857F-63184E10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961EE-1568-4711-BD65-0945F8A6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XX000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E1BFB-736C-453F-89CC-3DF8E614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rescan 复用失效 tuplesort 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F19EE-7B47-4E50-9AC5-7DC90082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32.80%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0C0F6-C96B-40B1-BF0B-97EF1502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24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inner-product perf 占比（合计口径）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587DB-0C5E-429B-A1FD-150B9DD6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4A55E-6CDC-408C-A40A-B7E247CB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临时块（调优后）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80F17-3277-414C-9C28-8EAD34CB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54B3B-FFCB-44F3-A6B0-5EB62C5E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问题定义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27EBA-CA71-46D5-AF80-7723F107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1869880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0387FA-8511-455B-85C8-8DFD1829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 / HYPOTHESIS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53DA5-39D5-4702-A2BE-96E586E5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三处改动，分别回答三个根因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CA670-F057-44C8-BD2F-6FABA6BD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把失败从黑盒现象拆成可验证的工程假设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A4BCA-A36E-4A13-8E62-7E30D155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B026F-3145-4D8D-A6CD-9AE0350E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B29F3-A425-43EB-B8FB-A14BD9B1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3147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C2EFD-2D7F-4F81-BC31-16F006A1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38DB5-6614-4F5E-9C93-BB87F987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扫描生命周期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B6ED8-9298-4AF0-ADE2-09EA9701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释放旧 normalized value，避免 rescan 状态累积。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1AFE7-0EE9-486D-AB84-A17B84B7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24100"/>
            <a:ext cx="33147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21557-017A-46B6-8E5A-EC389A3B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242D6-DFF4-4E83-A167-4E0A1568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6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排序内存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426CC-72D3-47C0-9070-3D083F2D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让 query_work_mem 控制路径内的 tuplesort。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EC846-1480-4019-B54C-FBAD9C82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3147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A6D77-8A51-4A70-B0C2-74263275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75B0D-25F8-470E-99AE-780BBA97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构建链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92C88-4381-4904-8FA9-6370D55D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623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恢复上游已有的自动向量化编译标志，不写手工 intrinsics。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95279-014E-4B20-864E-4B87CD4A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F8A0F-2547-4BB1-85F3-82D27EA4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假设与改动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1E47F-88DC-4F69-8927-A2F047DD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11463531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E9E649-6D75-4854-A4E0-E51D0CD9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 /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58E52-AA33-4F9C-9311-037F2852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ABBA 配对把噪声关在比较之外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242C8-963E-44AE-A22C-AABF9573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先锁定变体，再交错运行；结果按配对序号而不是时间顺序比较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7C840-51AE-4F32-AC7A-D301090E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9373A-E3A2-4669-9F06-C46F2C82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789AD-F336-4BC4-A268-671CE4FA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876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DB64E-A7E2-4C02-A75D-ED216CEE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1462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3FFDD-7FE5-43B3-A6C0-7BD67E2C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99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scalar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76D8A-2747-48AC-9C0B-5F565FCE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1462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CFBBD-59DC-4977-9613-7711DB67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099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 vectorized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F966A-C680-44C6-871E-EE188AFC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1462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221B3-51BD-4059-8A4D-C449B40F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099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 vectorized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A95C4-A285-4B22-B1B4-2B539906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1462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E783C-9714-4443-B977-715FC201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99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scalar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0D03E-DBDE-4B2E-9643-50188628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1462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EDDDB-0656-4685-B8FF-616EBB86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… ×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09EC6-0D8E-4675-AA23-CBB45F60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变体 .so 哈希钉死 · 固定种子 · 200 queries · 同一 host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3ACE2-E272-4A45-A242-6A814190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EAD52-8B41-4AE0-BC3A-FFA6CE81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149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门槛先于实验存在：10% 才能进入主成果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4D9D3-D789-4F86-9403-9BFB21F5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C14B0-39B2-409D-9689-8492B4AA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实验设计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FF8AE-1068-48DD-9375-F1B1F0AE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4890596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7FF34E-68EA-4B72-8795-1368064F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 /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FFB2A-B069-47CF-B548-4FA2223F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修复沿着现有生命周期落点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06DCA-A538-4327-B857-C387AA1B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series 五提交对应源码、回归、harness、证据和文档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DE971-4424-4FE4-B898-18591CB6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589BF-FB44-498D-991C-A05EDC96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6A2EA-2C2A-4002-9F89-54DC7E65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7621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9AB67-36EB-4F61-9DCC-113F50FF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EF2CD-5977-4AD7-9DC1-83ADA1C2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rescan 生命周期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4AB24-3FF8-490B-96A4-59FA1042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2861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70B7D-7382-4001-9EB3-C895E6E5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24150"/>
            <a:ext cx="17621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26C5B-0729-4192-AB59-A8E8B3D4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80E0D-9003-460B-B0BA-364CAD3E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18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tuplesort 内存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1B581-3B9B-489E-829D-134F8090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861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9DA4F-5FF9-46BA-9FE8-5B8DD411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17621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1FF40-5F75-4C14-8A0E-457A78A5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022CB-6856-4211-8EF7-301284A7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718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CFLAGS 传播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2BF60-4C15-4EF0-9C78-4ED97A98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861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F5DB6-51F7-48C1-876D-0EF49F4A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24150"/>
            <a:ext cx="17621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0EFB03-DED1-4F48-8F5F-EC7C8C96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52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A96251-D10E-4830-AEA8-A6C0792B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718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回归与 A/B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7755F-3DDC-442D-B166-D20B056C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861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35F34-E281-4748-8CD2-87E2FCF1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24150"/>
            <a:ext cx="17621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ADB56B-D8B4-4C57-9C4B-CB691406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16086F-606D-4F15-9236-C56B3D09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718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证据归档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7F34AB-BFF1-4FA0-B65A-218EAE0F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关键边界：自动向量化 ≠ 手写 SIMD；恢复平台能力，不另写算法。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8F04F0-AB1B-4566-8530-CEBA3FE9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9C8A56-1F75-4C31-8CEF-7390DB09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实现与架构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F44312-9BD2-46FA-B514-0FCAFF2A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1338402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F7220-8B67-435E-94A6-BBF18D74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 /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67D90-0299-4522-8EA2-FADA123E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SIMD 编译链恢复后，5/5 配对更快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B09C5-59A6-46CD-B179-498438F0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主 workload 的均值下降 18.30%，输出逐行一致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B66F6-6381-4513-8A37-098C0571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AC520-F38C-4CFB-B2A3-D76A8F50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1463898c7411c"/>
          <a:stretch xmlns:a="http://schemas.openxmlformats.org/drawingml/2006/main"/>
        </p:blipFill>
        <p:spPr>
          <a:xfrm xmlns:a="http://schemas.openxmlformats.org/drawingml/2006/main">
            <a:off x="781050" y="2134466"/>
            <a:ext cx="7143750" cy="36368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AA6A9-5A98-4C10-AA10-41DCD1C7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-18.30%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9DC29-5804-459B-937A-8C418F93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平均 workload 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960C0-2933-490B-A604-C13AE2D5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+22.40%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12DDD-4A69-465D-8DF2-BE2E8FF9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QPS（9.871 → 12.082）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C856F-FE21-4A6F-AEC4-6036FCAD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3D434-D47B-4CEA-B610-AA600C6E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SIMD A/B 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6FCB4-D77F-45A3-81DB-9D3708DD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16080228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93E02-C521-4B33-BDBE-F8BF26F8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06 /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9AAEB-21A8-4E6F-BF61-B885A7E4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rescan 内存增长被压低 59.97%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11A18-D0EF-4E9C-8AD0-CAC6F6BF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normalized value 在重扫路径释放，峰值 RSS 随数据量不再线性放大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1CB6B-D6C2-4848-ADEE-FD27908F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1B4B8-59FB-41B2-BE3F-409DAF0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42128e19d498e"/>
          <a:stretch xmlns:a="http://schemas.openxmlformats.org/drawingml/2006/main"/>
        </p:blipFill>
        <p:spPr>
          <a:xfrm xmlns:a="http://schemas.openxmlformats.org/drawingml/2006/main">
            <a:off x="939233" y="2209800"/>
            <a:ext cx="6922634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2FB0B-32DF-4F14-A175-28E9AC8C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59.97%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EAEF3-C028-465A-9977-4B0A7F30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09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50k rescan 峰值 RSS 降幅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173B7-863F-46D2-919A-11309FFC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这条结果解释稳定性收益，不替代查询性能主结论。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F51AB-9B14-40C4-85CB-A1CC4B46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6C264-3AA4-4408-B4AB-D43A5908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rescan 内存消融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F29BA-02AD-4B76-8C68-7A0CDFF6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16038022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03E8E-0D30-4B28-84C8-93B53764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07 /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BB794-63A5-4254-93C5-4851454B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热点占比下降，但不把它包装成新算法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90AED-EC10-4480-9FF1-7A694C14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性能剖析显示 inner-product 从 32.80% 降到 17.37%（合计口径）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85E99-F19B-4925-9D59-127895B8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53BD6-5D59-47C8-8B4A-93488BF8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efbb1233245ce"/>
          <a:stretch xmlns:a="http://schemas.openxmlformats.org/drawingml/2006/main"/>
        </p:blipFill>
        <p:spPr>
          <a:xfrm xmlns:a="http://schemas.openxmlformats.org/drawingml/2006/main">
            <a:off x="939233" y="2209800"/>
            <a:ext cx="6922634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C31B9-6FD6-4106-8908-96BD0F63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622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32.80→17.37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02BE2-35D7-4D6F-8A0C-564F6803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09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热点占比（合计口径）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D772B-DE9F-449B-A939-6EC9684D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148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证据指向编译链和生命周期，而不是手写 intrinsics。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8F219-A29B-4AA2-987D-95F98AB7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49566-20FD-49CF-B924-74A42A0B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perf 归因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12DEE-F755-475B-A8E4-0F71BAA0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211110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26D50-740B-49E6-BCAD-4F018A17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08 /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8AE55-9365-4F0C-8892-6D7759F2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临时块归零，但主门槛仍然有效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8625D-D08D-43DF-BAA6-CA596C6B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query_work_mem=64MB 消除了 spill；7.32% 延迟改善低于预设 10% 主成果门槛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A67EF-E395-4FBC-9CA2-5EA1D60E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D04D0-451A-468B-8944-272D84F1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a74129c0a4b60"/>
          <a:stretch xmlns:a="http://schemas.openxmlformats.org/drawingml/2006/main"/>
        </p:blipFill>
        <p:spPr>
          <a:xfrm xmlns:a="http://schemas.openxmlformats.org/drawingml/2006/main">
            <a:off x="939233" y="2209800"/>
            <a:ext cx="6922634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3547B-9BE1-4D1D-AD84-8D106525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69,400→0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F0878-F969-44FD-95BE-0971E179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临时块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B72D9-5D21-401E-B12C-7BA5186A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因此它是调优控制，不是 headline performance claim。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1CEDC-685A-4402-81B9-E7461626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74E2D-97A1-487D-BA23-AFCBCB66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边界记录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81E52-2446-4FFC-9056-BDCF5784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10125321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384C8-4406-4245-B811-476F418B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09 / CORRECTNESS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BD77E-1836-4614-BF99-BE8A2112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性能变化没有改变结果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256CE-D80A-416F-94AC-621188FD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exact/full-probes 对照逐行一致，recall@10 保持 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B2A66-6E04-4492-B7D2-FD011C88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9B396-56CF-4BAA-B65E-89C54D3B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A3954-06E8-41F2-80FA-136696E6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2,000/2,000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15F85-1478-4A99-BB37-7C64A19E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05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top-10 行一致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EE4C9-085B-416E-B4B2-803752B8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D179E-F140-4E83-99F8-FC2409E6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05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recall@10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111F4-E612-4E6B-BE34-69BED19F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5/5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AB01C-426D-46CE-AA92-5165A1F8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05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配对更快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2A711-D148-4A32-9930-9593DF75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19B4E-686C-4066-81C5-F78C31B9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57725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结论：这是输出不变的工程优化，不是近似算法替换。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6EECF-4A98-4A06-9A7E-2056E9B4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DEB6D-2303-48A9-BB6B-13A061CF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正确性门禁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4AA86-E044-4B4F-91D9-F8346A09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16138799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FBECE-0B90-447C-A4B7-7399381A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10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454FF-BA14-4725-9513-B35E6CA2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每个数字都能回到 CSV、日志或提交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85ABE-C565-46CA-9891-C30B7845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证据包和源码补丁分层归档，失败的第一次尝试也保留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4908A-28A5-479E-ABE8-E9EEA154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F3CCF-7180-41C9-9FDB-1A3C6962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81FBD-D0D7-47E1-BC4F-8E4FAA75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canonical patch SHA256 固定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run manifest + claim ledger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原始 stderr 与排除理由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图表脚本从归档 CSV 现场生成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5 个渐进式提交可逐步复现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D2535-C0B8-404A-BD45-8780072F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810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131DA-4EE2-415B-866E-3E9027C2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86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可复现链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5EE75-E043-409E-BD9C-D2878C10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337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source → build → run → CSV → figure →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B214E-3565-44E7-9741-3827B856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245F1-CDBB-4A05-852A-9BF80E18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证据纪律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18F9C-5901-4580-956A-2452E9B1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1872594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0986B-FE05-4354-9D0E-AD7BA259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11 /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0FC09-1C80-4546-BEBF-F4EEB212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结论有边界，边界也是交付的一部分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DC28A-93DB-40BA-92D4-B4AD0445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把已验证、未验证和不宣称分开写进报告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55A9D-B55A-42F0-9630-7DEAF9A8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39E4E-AB02-4790-B2FD-7174AD3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970E0-8333-4F7B-BA71-A30E9871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62E37-21E2-403A-8D85-AA87E363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已验证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89098-4B0F-44D7-8140-962578AD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固定 workload · 1 Datanode · 高 probes · Cosine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DB112-C5AA-4A47-B2C6-69AA54AA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22F96-57CD-48C9-AA39-ED9E847F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未覆盖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CCA37-815F-4BD0-9769-8ED7A476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P95/P99 · 分布式 recall · QUERIES=200 以上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22740-9719-45C7-B6CB-375549AF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38A2A-E3F1-4284-8FF4-D34D45C2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33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不宣称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B1FD6-C824-4D7F-829B-878F51FE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手写 SIMD · 上游已合并 · 全场景泛化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ADA98-50DA-4EA4-BC4A-18CC23C8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FD220-6DFA-4D86-BF8C-696FA45F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局限与风险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748D7-2744-492B-86AD-9109FABD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4495258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0D811-3516-4C79-AFFD-479A2C74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12 /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FACE4-98B7-49D0-BDC8-EEB5955C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两个平台级发现，比单个加速数字更可迁移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FDB5B-2CE4-4164-8EF4-8DE01AA6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把“为什么在 OpenTenBase 上失效”回答清楚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BA098-034C-4C68-A631-B872C855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B2AE7-CD16-4AE9-A312-B39A652F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5A175-A095-4528-8D2F-1CF6B503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XX000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EDFF1-C6D0-4885-90CD-6E3B1507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rescan 生命周期缺陷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21F88-0566-425D-934A-BE361AFB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-18.30%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A284E-31F6-47B5-BD94-7E2E7972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19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构建链恢复后的主结果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C55D3-2CF9-4D3D-9948-F0A08C8F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0136B-0B7E-4F93-B552-4FC20699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上游 CFLAGS 静默丢失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A6B52-493F-45B9-AE44-E71105CF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交付边界：本仓验证 → format-patch → 维护者讨论 → 上游投递。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AFEB7-2462-4E10-AE5D-38EF425F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79535-DC79-4AC1-9EB8-498EF5DB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贡献与后续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374C9-E574-4086-BB07-4920471B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4389296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7D7F05-7CBB-46EE-A6D2-727092B5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13 /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AFDDD-4444-48B9-8881-8C4ED12D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复现不依赖作者口述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BA86F-C190-4008-A4FD-8443F5A5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仓库已把命令、数据、哈希、PDF 和说明书放在同一条路径上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4793B-7BE1-45FE-927A-C622CA8B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297F9-825A-4D28-9050-876964D9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304C6-412F-4ACD-8096-BAA11822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C88AC-EE52-48FA-A377-15A80FA5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24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源码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B36B4-B2A7-46F9-B390-89FCECC1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patches/ + series commits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B5C2A-B771-4369-971D-73BC588D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C8250-71C3-40AE-ABE8-65F50B88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C6449-0EA2-46B9-A015-609F7659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90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artifacts/experiment/...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5A692-F71A-4146-A98E-1DA553E7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6B7BF-25A1-429F-8530-12D37D80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57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图表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27F08-F0BB-4A49-A114-5960108A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57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report/figures/ scripts +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B0592-31AC-417C-AEF6-33819E5E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2D42B-85CA-48C6-82D9-3E571C13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24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2485A-2AEC-487C-A9FB-CF96A4F2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2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report/build/*.pdf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1E3AD-F92D-46B8-8721-D4DDD314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29200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B9D67-94F4-4402-853C-800946DA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91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披露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6D101-77E5-4A1B-A117-C9299604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91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docs/05-AI使用策略自我报告.md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37738-AB1B-4C79-9FB9-3042F96D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2385A-21B4-40FB-B6C5-235E4DA9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交付结构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4F94A-68E7-466F-9F39-5D989032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8540852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D8812-A5EB-44E3-975A-F7C77697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F6459-CB42-4A90-9BEE-D024C07F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OPEN TENBASE / PGVECTOR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E4DE5-C8E7-4F7D-85F3-B589C20A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00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97E08-92B4-4D98-8861-4F0835BB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恢复平台能力，让上游已有优化真正生效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FAD3F-B203-4E13-8C52-20C142D0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72AA1-83BF-493C-A8BC-F878156D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可复现、可审计、可上游化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75BDA-AE95-4BF3-A9AC-2790F672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实战开发成果汇报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260B0-849A-4589-812F-44FF9A39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F430F-F290-428B-9751-F97C39DB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结束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72291-76E4-4322-8F30-83C1F134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505593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2026-08-18T10:56:14.8040000Z</dcterms:created>
  <dcterms:modified xsi:type="dcterms:W3CDTF">2026-08-18T10:56:14.8040000Z</dcterms:modified>
</coreProperties>
</file>